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1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9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7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0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89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5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55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36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1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51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503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83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751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72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33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B180893-6009-42DF-AD38-FFEAD79DD52D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E90968F-2536-446E-9723-8EDF1DBB5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838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heerio-resolve.vercel.ap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FD28-22A5-9D67-5EA4-E02346C9D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827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b="1" u="sng" dirty="0"/>
              <a:t>CHEERIO RESOLVE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3274E-528C-0640-E53F-8AA8BA478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284" y="3611182"/>
            <a:ext cx="9933432" cy="305479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From a support question to a verified outcome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PRODUCT INTERN ASSIGNMENT A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Prepared by Yashas Sadananda | 15 October 2026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Interactive Prototype: </a:t>
            </a:r>
            <a:r>
              <a:rPr lang="en-US" sz="2000" dirty="0">
                <a:solidFill>
                  <a:schemeClr val="accent1"/>
                </a:solidFill>
                <a:hlinkClick r:id="rId2"/>
              </a:rPr>
              <a:t>https://cheerio-resolve.vercel.app/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 err="1">
                <a:solidFill>
                  <a:schemeClr val="accent1"/>
                </a:solidFill>
              </a:rPr>
              <a:t>Github</a:t>
            </a:r>
            <a:r>
              <a:rPr lang="en-US" sz="2000" dirty="0">
                <a:solidFill>
                  <a:schemeClr val="accent1"/>
                </a:solidFill>
              </a:rPr>
              <a:t> : </a:t>
            </a:r>
            <a:r>
              <a:rPr lang="en-US" sz="2000" dirty="0">
                <a:solidFill>
                  <a:schemeClr val="accent6"/>
                </a:solidFill>
              </a:rPr>
              <a:t>https://github.com/yxshas565/cheerio-resolve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endParaRPr lang="en-US" sz="2000" dirty="0">
              <a:solidFill>
                <a:schemeClr val="accent1"/>
              </a:solidFill>
            </a:endParaRPr>
          </a:p>
          <a:p>
            <a:endParaRPr lang="en-IN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9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444E2-DC10-1AE3-F12E-6099BBA56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4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2C19C-AF16-8164-389C-E39C90F4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7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1E346-55A3-69CA-54B1-6EAEFA16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2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C9652-9818-F655-E199-1C83CA860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2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EFC49-F838-B49D-245D-F15AC10F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7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07041-4B4F-AAFD-50FE-ADCF8BDD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6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90032-8115-8B68-8B6F-EAA679DE1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08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917DA3-91FA-36D8-92B4-4581B2AD9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94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71C45-8B1C-51CE-9406-46D42F65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4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11412-D679-D568-769D-1D83AD0C474C}"/>
              </a:ext>
            </a:extLst>
          </p:cNvPr>
          <p:cNvSpPr txBox="1"/>
          <p:nvPr/>
        </p:nvSpPr>
        <p:spPr>
          <a:xfrm>
            <a:off x="3959039" y="2413337"/>
            <a:ext cx="33877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D9C5A-066F-5A3A-E637-EA2D801200D3}"/>
              </a:ext>
            </a:extLst>
          </p:cNvPr>
          <p:cNvSpPr txBox="1"/>
          <p:nvPr/>
        </p:nvSpPr>
        <p:spPr>
          <a:xfrm>
            <a:off x="2670048" y="4178808"/>
            <a:ext cx="662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a better experience pls view : https://cheerio-resolve.vercel.app/</a:t>
            </a:r>
          </a:p>
        </p:txBody>
      </p:sp>
    </p:spTree>
    <p:extLst>
      <p:ext uri="{BB962C8B-B14F-4D97-AF65-F5344CB8AC3E}">
        <p14:creationId xmlns:p14="http://schemas.microsoft.com/office/powerpoint/2010/main" val="1191690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9</TotalTime>
  <Words>61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CHEERIO RESOLVE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anasmr5u@outlook.com</dc:creator>
  <cp:lastModifiedBy>anasmr5u@outlook.com</cp:lastModifiedBy>
  <cp:revision>2</cp:revision>
  <dcterms:created xsi:type="dcterms:W3CDTF">2026-10-15T12:17:07Z</dcterms:created>
  <dcterms:modified xsi:type="dcterms:W3CDTF">2026-10-15T12:27:36Z</dcterms:modified>
</cp:coreProperties>
</file>